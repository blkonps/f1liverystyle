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sldIdLst>
    <p:sldId id="257" r:id="rId5"/>
  </p:sldIdLst>
  <p:sldSz cx="21599525" cy="30240288"/>
  <p:notesSz cx="20567650" cy="294592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ssandro Castelli" initials="AC" lastIdx="1" clrIdx="0">
    <p:extLst>
      <p:ext uri="{19B8F6BF-5375-455C-9EA6-DF929625EA0E}">
        <p15:presenceInfo xmlns:p15="http://schemas.microsoft.com/office/powerpoint/2012/main" userId="S-1-5-21-1763312367-2817228542-1193128394-414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821" autoAdjust="0"/>
  </p:normalViewPr>
  <p:slideViewPr>
    <p:cSldViewPr snapToGrid="0">
      <p:cViewPr>
        <p:scale>
          <a:sx n="33" d="100"/>
          <a:sy n="33" d="100"/>
        </p:scale>
        <p:origin x="2580" y="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a 3 colonne">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1109486"/>
            <a:ext cx="13490606" cy="1760537"/>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70" y="3060378"/>
            <a:ext cx="6535230"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 / Relatore / 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70" y="5359252"/>
            <a:ext cx="6535230" cy="9035406"/>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8" y="5359261"/>
            <a:ext cx="6535230" cy="9035388"/>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7" name="Segnaposto immagine 7">
            <a:extLst>
              <a:ext uri="{FF2B5EF4-FFF2-40B4-BE49-F238E27FC236}">
                <a16:creationId xmlns:a16="http://schemas.microsoft.com/office/drawing/2014/main" id="{843A6E3D-34E7-46E5-ABB4-813F6C55DAA2}"/>
              </a:ext>
            </a:extLst>
          </p:cNvPr>
          <p:cNvSpPr>
            <a:spLocks noGrp="1"/>
          </p:cNvSpPr>
          <p:nvPr>
            <p:ph type="pic" sz="quarter" idx="18" hasCustomPrompt="1"/>
          </p:nvPr>
        </p:nvSpPr>
        <p:spPr>
          <a:xfrm>
            <a:off x="576770" y="14932996"/>
            <a:ext cx="20465033" cy="13481131"/>
          </a:xfrm>
          <a:prstGeom prst="rect">
            <a:avLst/>
          </a:prstGeom>
          <a:noFill/>
        </p:spPr>
        <p:txBody>
          <a:bodyPr/>
          <a:lstStyle>
            <a:lvl1pPr>
              <a:defRPr/>
            </a:lvl1pPr>
          </a:lstStyle>
          <a:p>
            <a:r>
              <a:rPr lang="it-CH" dirty="0"/>
              <a:t>Immagini</a:t>
            </a:r>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5" y="5359264"/>
            <a:ext cx="6554278" cy="9035382"/>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060378"/>
            <a:ext cx="6535229"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 / Anno / Ambito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1109663"/>
            <a:ext cx="6554278" cy="3711251"/>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832880"/>
            <a:ext cx="20465030"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9582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600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fica in evidenza">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1109486"/>
            <a:ext cx="13490606" cy="1760537"/>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70" y="3060378"/>
            <a:ext cx="6535230"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a:t>
            </a:r>
          </a:p>
          <a:p>
            <a:pPr lvl="0"/>
            <a:r>
              <a:rPr lang="it-CH" dirty="0"/>
              <a:t>Relatore:</a:t>
            </a:r>
          </a:p>
          <a:p>
            <a:pPr lvl="0"/>
            <a:r>
              <a:rPr lang="it-CH" dirty="0"/>
              <a:t>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68" y="19298657"/>
            <a:ext cx="6535230" cy="9372860"/>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6" y="19298665"/>
            <a:ext cx="6535230" cy="9372841"/>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7" name="Segnaposto immagine 7">
            <a:extLst>
              <a:ext uri="{FF2B5EF4-FFF2-40B4-BE49-F238E27FC236}">
                <a16:creationId xmlns:a16="http://schemas.microsoft.com/office/drawing/2014/main" id="{843A6E3D-34E7-46E5-ABB4-813F6C55DAA2}"/>
              </a:ext>
            </a:extLst>
          </p:cNvPr>
          <p:cNvSpPr>
            <a:spLocks noGrp="1"/>
          </p:cNvSpPr>
          <p:nvPr>
            <p:ph type="pic" sz="quarter" idx="18" hasCustomPrompt="1"/>
          </p:nvPr>
        </p:nvSpPr>
        <p:spPr>
          <a:xfrm>
            <a:off x="576772" y="5417346"/>
            <a:ext cx="20445982" cy="13481131"/>
          </a:xfrm>
          <a:prstGeom prst="rect">
            <a:avLst/>
          </a:prstGeom>
          <a:noFill/>
        </p:spPr>
        <p:txBody>
          <a:bodyPr/>
          <a:lstStyle>
            <a:lvl1pPr>
              <a:defRPr/>
            </a:lvl1pPr>
          </a:lstStyle>
          <a:p>
            <a:r>
              <a:rPr lang="it-CH" dirty="0"/>
              <a:t>Immagini</a:t>
            </a:r>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3" y="19298668"/>
            <a:ext cx="6535230" cy="9372835"/>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060378"/>
            <a:ext cx="6535229" cy="176053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a:t>
            </a:r>
          </a:p>
          <a:p>
            <a:pPr lvl="0"/>
            <a:r>
              <a:rPr lang="it-CH" dirty="0"/>
              <a:t>Anno:</a:t>
            </a:r>
          </a:p>
          <a:p>
            <a:pPr lvl="0"/>
            <a:r>
              <a:rPr lang="it-CH" dirty="0"/>
              <a:t>Ambito: (sistemi, sviluppo)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1109663"/>
            <a:ext cx="6535231" cy="3711251"/>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83288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7677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496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namico a piastrelle">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E40E912-3055-4E45-8B4A-168F6ADB2E86}"/>
              </a:ext>
            </a:extLst>
          </p:cNvPr>
          <p:cNvSpPr>
            <a:spLocks noGrp="1"/>
          </p:cNvSpPr>
          <p:nvPr>
            <p:ph type="title" hasCustomPrompt="1"/>
          </p:nvPr>
        </p:nvSpPr>
        <p:spPr>
          <a:xfrm>
            <a:off x="576770" y="970422"/>
            <a:ext cx="13490606" cy="1899601"/>
          </a:xfrm>
          <a:prstGeom prst="rect">
            <a:avLst/>
          </a:prstGeom>
        </p:spPr>
        <p:txBody>
          <a:bodyPr/>
          <a:lstStyle>
            <a:lvl1pPr algn="l">
              <a:defRPr sz="6600"/>
            </a:lvl1pPr>
          </a:lstStyle>
          <a:p>
            <a:r>
              <a:rPr lang="it-IT" dirty="0"/>
              <a:t>Titolo</a:t>
            </a:r>
            <a:endParaRPr lang="it-CH" dirty="0"/>
          </a:p>
        </p:txBody>
      </p:sp>
      <p:sp>
        <p:nvSpPr>
          <p:cNvPr id="4" name="Segnaposto testo 6">
            <a:extLst>
              <a:ext uri="{FF2B5EF4-FFF2-40B4-BE49-F238E27FC236}">
                <a16:creationId xmlns:a16="http://schemas.microsoft.com/office/drawing/2014/main" id="{02E7249F-6F87-44E4-A550-44EC4C982BAD}"/>
              </a:ext>
            </a:extLst>
          </p:cNvPr>
          <p:cNvSpPr>
            <a:spLocks noGrp="1"/>
          </p:cNvSpPr>
          <p:nvPr>
            <p:ph type="body" sz="quarter" idx="13" hasCustomPrompt="1"/>
          </p:nvPr>
        </p:nvSpPr>
        <p:spPr>
          <a:xfrm>
            <a:off x="576768" y="3294474"/>
            <a:ext cx="6535230" cy="149710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Studente:</a:t>
            </a:r>
          </a:p>
          <a:p>
            <a:pPr lvl="0"/>
            <a:r>
              <a:rPr lang="it-CH" dirty="0"/>
              <a:t>Relatore:</a:t>
            </a:r>
          </a:p>
          <a:p>
            <a:pPr lvl="0"/>
            <a:r>
              <a:rPr lang="it-CH" dirty="0"/>
              <a:t>Correlatore:</a:t>
            </a:r>
          </a:p>
          <a:p>
            <a:pPr lvl="1"/>
            <a:endParaRPr lang="it-IT" dirty="0"/>
          </a:p>
        </p:txBody>
      </p:sp>
      <p:sp>
        <p:nvSpPr>
          <p:cNvPr id="5" name="Segnaposto testo 8">
            <a:extLst>
              <a:ext uri="{FF2B5EF4-FFF2-40B4-BE49-F238E27FC236}">
                <a16:creationId xmlns:a16="http://schemas.microsoft.com/office/drawing/2014/main" id="{8C37578A-5FF4-4050-A2AD-2594421E9C5A}"/>
              </a:ext>
            </a:extLst>
          </p:cNvPr>
          <p:cNvSpPr>
            <a:spLocks noGrp="1"/>
          </p:cNvSpPr>
          <p:nvPr>
            <p:ph type="body" sz="quarter" idx="14" hasCustomPrompt="1"/>
          </p:nvPr>
        </p:nvSpPr>
        <p:spPr>
          <a:xfrm>
            <a:off x="576770" y="5445869"/>
            <a:ext cx="6535230" cy="10820643"/>
          </a:xfrm>
          <a:prstGeom prst="rect">
            <a:avLst/>
          </a:prstGeom>
        </p:spPr>
        <p:txBody>
          <a:bodyPr>
            <a:normAutofit/>
          </a:bodyPr>
          <a:lstStyle>
            <a:lvl1pPr marL="0" indent="0" algn="just">
              <a:buNone/>
              <a:defRPr sz="2600" b="0" i="0" baseline="0"/>
            </a:lvl1pPr>
          </a:lstStyle>
          <a:p>
            <a:pPr lvl="0"/>
            <a:r>
              <a:rPr lang="it-IT" dirty="0"/>
              <a:t>Abstract</a:t>
            </a:r>
          </a:p>
          <a:p>
            <a:pPr lvl="0"/>
            <a:endParaRPr lang="it-IT" dirty="0"/>
          </a:p>
          <a:p>
            <a:pPr lvl="0"/>
            <a:endParaRPr lang="it-CH" dirty="0"/>
          </a:p>
        </p:txBody>
      </p:sp>
      <p:sp>
        <p:nvSpPr>
          <p:cNvPr id="6" name="Segnaposto testo 8">
            <a:extLst>
              <a:ext uri="{FF2B5EF4-FFF2-40B4-BE49-F238E27FC236}">
                <a16:creationId xmlns:a16="http://schemas.microsoft.com/office/drawing/2014/main" id="{CE308CF4-3EC9-4BDE-A599-CBFC32014852}"/>
              </a:ext>
            </a:extLst>
          </p:cNvPr>
          <p:cNvSpPr>
            <a:spLocks noGrp="1"/>
          </p:cNvSpPr>
          <p:nvPr>
            <p:ph type="body" sz="quarter" idx="17" hasCustomPrompt="1"/>
          </p:nvPr>
        </p:nvSpPr>
        <p:spPr>
          <a:xfrm>
            <a:off x="7532147" y="11692307"/>
            <a:ext cx="6535230" cy="10746773"/>
          </a:xfrm>
          <a:prstGeom prst="rect">
            <a:avLst/>
          </a:prstGeom>
        </p:spPr>
        <p:txBody>
          <a:bodyPr>
            <a:normAutofit/>
          </a:bodyPr>
          <a:lstStyle>
            <a:lvl1pPr marL="0" indent="0" algn="just">
              <a:buNone/>
              <a:defRPr sz="2600" b="0" i="0" baseline="0"/>
            </a:lvl1pPr>
          </a:lstStyle>
          <a:p>
            <a:pPr lvl="0"/>
            <a:r>
              <a:rPr lang="it-IT" dirty="0"/>
              <a:t>Attuazione</a:t>
            </a:r>
          </a:p>
          <a:p>
            <a:pPr lvl="0"/>
            <a:endParaRPr lang="it-CH" dirty="0"/>
          </a:p>
        </p:txBody>
      </p:sp>
      <p:sp>
        <p:nvSpPr>
          <p:cNvPr id="8" name="Segnaposto testo 8">
            <a:extLst>
              <a:ext uri="{FF2B5EF4-FFF2-40B4-BE49-F238E27FC236}">
                <a16:creationId xmlns:a16="http://schemas.microsoft.com/office/drawing/2014/main" id="{2083AC13-69E0-4996-A9FA-C2F6DFD1005C}"/>
              </a:ext>
            </a:extLst>
          </p:cNvPr>
          <p:cNvSpPr>
            <a:spLocks noGrp="1"/>
          </p:cNvSpPr>
          <p:nvPr>
            <p:ph type="body" sz="quarter" idx="19" hasCustomPrompt="1"/>
          </p:nvPr>
        </p:nvSpPr>
        <p:spPr>
          <a:xfrm>
            <a:off x="14487523" y="17949946"/>
            <a:ext cx="6535230" cy="10746775"/>
          </a:xfrm>
          <a:prstGeom prst="rect">
            <a:avLst/>
          </a:prstGeom>
        </p:spPr>
        <p:txBody>
          <a:bodyPr>
            <a:normAutofit/>
          </a:bodyPr>
          <a:lstStyle>
            <a:lvl1pPr marL="0" indent="0" algn="just">
              <a:buNone/>
              <a:defRPr sz="2600" b="0" i="0" baseline="0"/>
            </a:lvl1pPr>
          </a:lstStyle>
          <a:p>
            <a:pPr lvl="0"/>
            <a:r>
              <a:rPr lang="it-IT" dirty="0"/>
              <a:t>Conclusioni</a:t>
            </a:r>
          </a:p>
          <a:p>
            <a:pPr lvl="0"/>
            <a:endParaRPr lang="it-CH" dirty="0"/>
          </a:p>
        </p:txBody>
      </p:sp>
      <p:sp>
        <p:nvSpPr>
          <p:cNvPr id="10" name="Segnaposto testo 6">
            <a:extLst>
              <a:ext uri="{FF2B5EF4-FFF2-40B4-BE49-F238E27FC236}">
                <a16:creationId xmlns:a16="http://schemas.microsoft.com/office/drawing/2014/main" id="{B5931484-0183-4539-ADDB-424FA7E581B7}"/>
              </a:ext>
            </a:extLst>
          </p:cNvPr>
          <p:cNvSpPr>
            <a:spLocks noGrp="1"/>
          </p:cNvSpPr>
          <p:nvPr>
            <p:ph type="body" sz="quarter" idx="21" hasCustomPrompt="1"/>
          </p:nvPr>
        </p:nvSpPr>
        <p:spPr>
          <a:xfrm>
            <a:off x="7532147" y="3294474"/>
            <a:ext cx="6535229" cy="1509117"/>
          </a:xfrm>
          <a:prstGeom prst="rect">
            <a:avLst/>
          </a:prstGeom>
        </p:spPr>
        <p:txBody>
          <a:bodyPr/>
          <a:lstStyle>
            <a:lvl1pPr marL="0" indent="0">
              <a:buNone/>
              <a:defRPr/>
            </a:lvl1pPr>
            <a:lvl2pPr marL="1079998" indent="0" algn="l">
              <a:buNone/>
              <a:defRPr sz="2800"/>
            </a:lvl2pPr>
            <a:lvl5pPr marL="4319991" indent="0">
              <a:buNone/>
              <a:defRPr/>
            </a:lvl5pPr>
          </a:lstStyle>
          <a:p>
            <a:pPr lvl="0"/>
            <a:r>
              <a:rPr lang="it-CH" dirty="0"/>
              <a:t>Progetto:</a:t>
            </a:r>
          </a:p>
          <a:p>
            <a:pPr lvl="0"/>
            <a:r>
              <a:rPr lang="it-CH" dirty="0"/>
              <a:t>Anno:</a:t>
            </a:r>
          </a:p>
          <a:p>
            <a:pPr lvl="0"/>
            <a:r>
              <a:rPr lang="it-CH" dirty="0"/>
              <a:t>Ambito: (sistemi, sviluppo)</a:t>
            </a:r>
          </a:p>
          <a:p>
            <a:pPr lvl="1"/>
            <a:endParaRPr lang="it-IT" dirty="0"/>
          </a:p>
        </p:txBody>
      </p:sp>
      <p:sp>
        <p:nvSpPr>
          <p:cNvPr id="13" name="Segnaposto testo 12">
            <a:extLst>
              <a:ext uri="{FF2B5EF4-FFF2-40B4-BE49-F238E27FC236}">
                <a16:creationId xmlns:a16="http://schemas.microsoft.com/office/drawing/2014/main" id="{4B2E0C59-60DC-41B5-A2C5-A89F6CD6CB6F}"/>
              </a:ext>
            </a:extLst>
          </p:cNvPr>
          <p:cNvSpPr>
            <a:spLocks noGrp="1"/>
          </p:cNvSpPr>
          <p:nvPr>
            <p:ph type="body" sz="quarter" idx="22" hasCustomPrompt="1"/>
          </p:nvPr>
        </p:nvSpPr>
        <p:spPr>
          <a:xfrm>
            <a:off x="14487522" y="970422"/>
            <a:ext cx="6535231" cy="3833170"/>
          </a:xfrm>
          <a:prstGeom prst="rect">
            <a:avLst/>
          </a:prstGeom>
        </p:spPr>
        <p:txBody>
          <a:bodyPr/>
          <a:lstStyle>
            <a:lvl1pPr marL="0" indent="0" algn="just">
              <a:buNone/>
              <a:defRPr lang="it-IT" sz="2600" b="0" kern="1200" dirty="0" smtClean="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it-IT" dirty="0"/>
              <a:t>Scopo</a:t>
            </a:r>
          </a:p>
        </p:txBody>
      </p:sp>
      <p:cxnSp>
        <p:nvCxnSpPr>
          <p:cNvPr id="14" name="Connettore diritto 13">
            <a:extLst>
              <a:ext uri="{FF2B5EF4-FFF2-40B4-BE49-F238E27FC236}">
                <a16:creationId xmlns:a16="http://schemas.microsoft.com/office/drawing/2014/main" id="{2483DA28-313D-492C-845B-866DC3032B24}"/>
              </a:ext>
            </a:extLst>
          </p:cNvPr>
          <p:cNvCxnSpPr>
            <a:cxnSpLocks/>
          </p:cNvCxnSpPr>
          <p:nvPr userDrawn="1"/>
        </p:nvCxnSpPr>
        <p:spPr>
          <a:xfrm>
            <a:off x="576770" y="697412"/>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CE5EB45C-D213-4F52-9575-96624D694E5B}"/>
              </a:ext>
            </a:extLst>
          </p:cNvPr>
          <p:cNvCxnSpPr>
            <a:cxnSpLocks/>
          </p:cNvCxnSpPr>
          <p:nvPr userDrawn="1"/>
        </p:nvCxnSpPr>
        <p:spPr>
          <a:xfrm>
            <a:off x="576770" y="51191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cxnSp>
        <p:nvCxnSpPr>
          <p:cNvPr id="16" name="Connettore diritto 15">
            <a:extLst>
              <a:ext uri="{FF2B5EF4-FFF2-40B4-BE49-F238E27FC236}">
                <a16:creationId xmlns:a16="http://schemas.microsoft.com/office/drawing/2014/main" id="{6A6F76CC-D09D-41AB-ABE5-FF166A751D34}"/>
              </a:ext>
            </a:extLst>
          </p:cNvPr>
          <p:cNvCxnSpPr>
            <a:cxnSpLocks/>
          </p:cNvCxnSpPr>
          <p:nvPr userDrawn="1"/>
        </p:nvCxnSpPr>
        <p:spPr>
          <a:xfrm>
            <a:off x="576770" y="28969730"/>
            <a:ext cx="20445984" cy="0"/>
          </a:xfrm>
          <a:prstGeom prst="line">
            <a:avLst/>
          </a:prstGeom>
          <a:ln w="19050">
            <a:solidFill>
              <a:schemeClr val="bg1">
                <a:lumMod val="50000"/>
              </a:schemeClr>
            </a:solidFill>
          </a:ln>
          <a:effectLst>
            <a:innerShdw blurRad="63500" dist="50800" dir="54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17" name="Segnaposto immagine 7">
            <a:extLst>
              <a:ext uri="{FF2B5EF4-FFF2-40B4-BE49-F238E27FC236}">
                <a16:creationId xmlns:a16="http://schemas.microsoft.com/office/drawing/2014/main" id="{83955D1B-0EAA-4D58-9568-C5B1CBB8D649}"/>
              </a:ext>
            </a:extLst>
          </p:cNvPr>
          <p:cNvSpPr>
            <a:spLocks noGrp="1"/>
          </p:cNvSpPr>
          <p:nvPr>
            <p:ph type="pic" sz="quarter" idx="23" hasCustomPrompt="1"/>
          </p:nvPr>
        </p:nvSpPr>
        <p:spPr>
          <a:xfrm>
            <a:off x="576768" y="16564729"/>
            <a:ext cx="6535232" cy="5916888"/>
          </a:xfrm>
          <a:prstGeom prst="rect">
            <a:avLst/>
          </a:prstGeom>
          <a:noFill/>
        </p:spPr>
        <p:txBody>
          <a:bodyPr/>
          <a:lstStyle>
            <a:lvl1pPr>
              <a:defRPr/>
            </a:lvl1pPr>
          </a:lstStyle>
          <a:p>
            <a:r>
              <a:rPr lang="it-CH" dirty="0"/>
              <a:t>Immagini</a:t>
            </a:r>
          </a:p>
        </p:txBody>
      </p:sp>
      <p:sp>
        <p:nvSpPr>
          <p:cNvPr id="18" name="Segnaposto immagine 7">
            <a:extLst>
              <a:ext uri="{FF2B5EF4-FFF2-40B4-BE49-F238E27FC236}">
                <a16:creationId xmlns:a16="http://schemas.microsoft.com/office/drawing/2014/main" id="{32CFCEFF-D432-438B-9437-41EADA90728D}"/>
              </a:ext>
            </a:extLst>
          </p:cNvPr>
          <p:cNvSpPr>
            <a:spLocks noGrp="1"/>
          </p:cNvSpPr>
          <p:nvPr>
            <p:ph type="pic" sz="quarter" idx="24" hasCustomPrompt="1"/>
          </p:nvPr>
        </p:nvSpPr>
        <p:spPr>
          <a:xfrm>
            <a:off x="14487522" y="5434669"/>
            <a:ext cx="6535230" cy="5916887"/>
          </a:xfrm>
          <a:prstGeom prst="rect">
            <a:avLst/>
          </a:prstGeom>
          <a:noFill/>
        </p:spPr>
        <p:txBody>
          <a:bodyPr/>
          <a:lstStyle>
            <a:lvl1pPr>
              <a:defRPr/>
            </a:lvl1pPr>
          </a:lstStyle>
          <a:p>
            <a:r>
              <a:rPr lang="it-CH" dirty="0"/>
              <a:t>Immagini</a:t>
            </a:r>
          </a:p>
        </p:txBody>
      </p:sp>
      <p:sp>
        <p:nvSpPr>
          <p:cNvPr id="19" name="Segnaposto immagine 7">
            <a:extLst>
              <a:ext uri="{FF2B5EF4-FFF2-40B4-BE49-F238E27FC236}">
                <a16:creationId xmlns:a16="http://schemas.microsoft.com/office/drawing/2014/main" id="{B2236A43-F649-4877-BCCA-D0F1A790970D}"/>
              </a:ext>
            </a:extLst>
          </p:cNvPr>
          <p:cNvSpPr>
            <a:spLocks noGrp="1"/>
          </p:cNvSpPr>
          <p:nvPr>
            <p:ph type="pic" sz="quarter" idx="25" hasCustomPrompt="1"/>
          </p:nvPr>
        </p:nvSpPr>
        <p:spPr>
          <a:xfrm>
            <a:off x="7507805" y="5444555"/>
            <a:ext cx="6559571" cy="5906998"/>
          </a:xfrm>
          <a:prstGeom prst="rect">
            <a:avLst/>
          </a:prstGeom>
          <a:noFill/>
        </p:spPr>
        <p:txBody>
          <a:bodyPr/>
          <a:lstStyle>
            <a:lvl1pPr>
              <a:defRPr/>
            </a:lvl1pPr>
          </a:lstStyle>
          <a:p>
            <a:r>
              <a:rPr lang="it-CH" dirty="0"/>
              <a:t>Immagini</a:t>
            </a:r>
          </a:p>
        </p:txBody>
      </p:sp>
      <p:sp>
        <p:nvSpPr>
          <p:cNvPr id="20" name="Segnaposto immagine 7">
            <a:extLst>
              <a:ext uri="{FF2B5EF4-FFF2-40B4-BE49-F238E27FC236}">
                <a16:creationId xmlns:a16="http://schemas.microsoft.com/office/drawing/2014/main" id="{42DD9A22-66F7-440E-A0E2-252283C0A233}"/>
              </a:ext>
            </a:extLst>
          </p:cNvPr>
          <p:cNvSpPr>
            <a:spLocks noGrp="1"/>
          </p:cNvSpPr>
          <p:nvPr>
            <p:ph type="pic" sz="quarter" idx="26" hasCustomPrompt="1"/>
          </p:nvPr>
        </p:nvSpPr>
        <p:spPr>
          <a:xfrm>
            <a:off x="14487522" y="11692307"/>
            <a:ext cx="6535232" cy="5916888"/>
          </a:xfrm>
          <a:prstGeom prst="rect">
            <a:avLst/>
          </a:prstGeom>
          <a:noFill/>
        </p:spPr>
        <p:txBody>
          <a:bodyPr/>
          <a:lstStyle>
            <a:lvl1pPr>
              <a:defRPr/>
            </a:lvl1pPr>
          </a:lstStyle>
          <a:p>
            <a:r>
              <a:rPr lang="it-CH" dirty="0"/>
              <a:t>Immagini</a:t>
            </a:r>
          </a:p>
        </p:txBody>
      </p:sp>
      <p:sp>
        <p:nvSpPr>
          <p:cNvPr id="21" name="Segnaposto immagine 7">
            <a:extLst>
              <a:ext uri="{FF2B5EF4-FFF2-40B4-BE49-F238E27FC236}">
                <a16:creationId xmlns:a16="http://schemas.microsoft.com/office/drawing/2014/main" id="{14D8FBFB-9CC7-407F-B36B-D338F9BF0324}"/>
              </a:ext>
            </a:extLst>
          </p:cNvPr>
          <p:cNvSpPr>
            <a:spLocks noGrp="1"/>
          </p:cNvSpPr>
          <p:nvPr>
            <p:ph type="pic" sz="quarter" idx="27" hasCustomPrompt="1"/>
          </p:nvPr>
        </p:nvSpPr>
        <p:spPr>
          <a:xfrm>
            <a:off x="7532147" y="22779833"/>
            <a:ext cx="6535232" cy="5916888"/>
          </a:xfrm>
          <a:prstGeom prst="rect">
            <a:avLst/>
          </a:prstGeom>
          <a:noFill/>
        </p:spPr>
        <p:txBody>
          <a:bodyPr/>
          <a:lstStyle>
            <a:lvl1pPr>
              <a:defRPr/>
            </a:lvl1pPr>
          </a:lstStyle>
          <a:p>
            <a:r>
              <a:rPr lang="it-CH" dirty="0"/>
              <a:t>Immagini</a:t>
            </a:r>
          </a:p>
        </p:txBody>
      </p:sp>
      <p:sp>
        <p:nvSpPr>
          <p:cNvPr id="22" name="Segnaposto immagine 7">
            <a:extLst>
              <a:ext uri="{FF2B5EF4-FFF2-40B4-BE49-F238E27FC236}">
                <a16:creationId xmlns:a16="http://schemas.microsoft.com/office/drawing/2014/main" id="{8FFF00DC-113F-4505-A5C1-C427E1D27FB6}"/>
              </a:ext>
            </a:extLst>
          </p:cNvPr>
          <p:cNvSpPr>
            <a:spLocks noGrp="1"/>
          </p:cNvSpPr>
          <p:nvPr>
            <p:ph type="pic" sz="quarter" idx="28" hasCustomPrompt="1"/>
          </p:nvPr>
        </p:nvSpPr>
        <p:spPr>
          <a:xfrm>
            <a:off x="576768" y="22779833"/>
            <a:ext cx="6535232" cy="5916888"/>
          </a:xfrm>
          <a:prstGeom prst="rect">
            <a:avLst/>
          </a:prstGeom>
          <a:noFill/>
        </p:spPr>
        <p:txBody>
          <a:bodyPr/>
          <a:lstStyle>
            <a:lvl1pPr>
              <a:defRPr/>
            </a:lvl1pPr>
          </a:lstStyle>
          <a:p>
            <a:r>
              <a:rPr lang="it-CH" dirty="0"/>
              <a:t>Immagini</a:t>
            </a:r>
          </a:p>
        </p:txBody>
      </p:sp>
    </p:spTree>
    <p:extLst>
      <p:ext uri="{BB962C8B-B14F-4D97-AF65-F5344CB8AC3E}">
        <p14:creationId xmlns:p14="http://schemas.microsoft.com/office/powerpoint/2010/main" val="42879278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t="-1000" b="-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483743"/>
      </p:ext>
    </p:extLst>
  </p:cSld>
  <p:clrMap bg1="lt1" tx1="dk1" bg2="lt2" tx2="dk2" accent1="accent1" accent2="accent2" accent3="accent3" accent4="accent4" accent5="accent5" accent6="accent6" hlink="hlink" folHlink="folHlink"/>
  <p:sldLayoutIdLst>
    <p:sldLayoutId id="2147483677" r:id="rId1"/>
    <p:sldLayoutId id="2147483679" r:id="rId2"/>
    <p:sldLayoutId id="214748368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24" userDrawn="1">
          <p15:clr>
            <a:srgbClr val="F26B43"/>
          </p15:clr>
        </p15:guide>
        <p15:guide id="2" pos="68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AA126308-5AB3-47F2-A9D8-0683549CCC6C}"/>
              </a:ext>
            </a:extLst>
          </p:cNvPr>
          <p:cNvSpPr>
            <a:spLocks noGrp="1"/>
          </p:cNvSpPr>
          <p:nvPr>
            <p:ph type="title"/>
          </p:nvPr>
        </p:nvSpPr>
        <p:spPr/>
        <p:txBody>
          <a:bodyPr/>
          <a:lstStyle/>
          <a:p>
            <a:r>
              <a:rPr lang="it-CH" dirty="0"/>
              <a:t>F1 </a:t>
            </a:r>
            <a:r>
              <a:rPr lang="it-CH" dirty="0" err="1"/>
              <a:t>Livery</a:t>
            </a:r>
            <a:r>
              <a:rPr lang="it-CH" dirty="0"/>
              <a:t> Style</a:t>
            </a:r>
          </a:p>
        </p:txBody>
      </p:sp>
      <p:sp>
        <p:nvSpPr>
          <p:cNvPr id="26" name="Segnaposto testo 25">
            <a:extLst>
              <a:ext uri="{FF2B5EF4-FFF2-40B4-BE49-F238E27FC236}">
                <a16:creationId xmlns:a16="http://schemas.microsoft.com/office/drawing/2014/main" id="{FB6182D6-AE15-457D-84AF-007028459835}"/>
              </a:ext>
            </a:extLst>
          </p:cNvPr>
          <p:cNvSpPr>
            <a:spLocks noGrp="1"/>
          </p:cNvSpPr>
          <p:nvPr>
            <p:ph type="body" sz="quarter" idx="13"/>
          </p:nvPr>
        </p:nvSpPr>
        <p:spPr/>
        <p:txBody>
          <a:bodyPr/>
          <a:lstStyle/>
          <a:p>
            <a:r>
              <a:rPr lang="it-CH" dirty="0"/>
              <a:t>Studente: </a:t>
            </a:r>
            <a:r>
              <a:rPr lang="it-CH" dirty="0" err="1"/>
              <a:t>Amel</a:t>
            </a:r>
            <a:r>
              <a:rPr lang="it-CH" dirty="0"/>
              <a:t> </a:t>
            </a:r>
            <a:r>
              <a:rPr lang="it-CH" dirty="0" err="1"/>
              <a:t>Cehic</a:t>
            </a:r>
            <a:endParaRPr lang="it-CH" dirty="0"/>
          </a:p>
          <a:p>
            <a:r>
              <a:rPr lang="it-CH" dirty="0"/>
              <a:t>Relatore: Geo Petrini</a:t>
            </a:r>
          </a:p>
        </p:txBody>
      </p:sp>
      <p:sp>
        <p:nvSpPr>
          <p:cNvPr id="27" name="Segnaposto testo 26">
            <a:extLst>
              <a:ext uri="{FF2B5EF4-FFF2-40B4-BE49-F238E27FC236}">
                <a16:creationId xmlns:a16="http://schemas.microsoft.com/office/drawing/2014/main" id="{69F78298-D8A6-4B8C-9FC9-CF51B6073431}"/>
              </a:ext>
            </a:extLst>
          </p:cNvPr>
          <p:cNvSpPr>
            <a:spLocks noGrp="1"/>
          </p:cNvSpPr>
          <p:nvPr>
            <p:ph type="body" sz="quarter" idx="14"/>
          </p:nvPr>
        </p:nvSpPr>
        <p:spPr/>
        <p:txBody>
          <a:bodyPr>
            <a:normAutofit lnSpcReduction="10000"/>
          </a:bodyPr>
          <a:lstStyle/>
          <a:p>
            <a:r>
              <a:rPr lang="it-CH" b="1" i="1" dirty="0"/>
              <a:t>Abstract</a:t>
            </a:r>
            <a:endParaRPr lang="it-CH" i="1" dirty="0"/>
          </a:p>
          <a:p>
            <a:r>
              <a:rPr lang="it-CH" dirty="0"/>
              <a:t>In una società dove lo sport automobilistico è in crescita di interesse, assieme alla creatività digitale, aumenta la domanda di strumenti disponibili che permettano alle persone di interagire con lo sport attraverso la personalizzazione. Per questo, è stato implementato l’applicativo web F1 </a:t>
            </a:r>
            <a:r>
              <a:rPr lang="it-CH" dirty="0" err="1"/>
              <a:t>Livery</a:t>
            </a:r>
            <a:r>
              <a:rPr lang="it-CH" dirty="0"/>
              <a:t> Style.</a:t>
            </a:r>
          </a:p>
          <a:p>
            <a:endParaRPr lang="it-CH" dirty="0"/>
          </a:p>
          <a:p>
            <a:r>
              <a:rPr lang="it-CH" dirty="0"/>
              <a:t>Il prodotto presenta la possibilità di selezionare un modello e personalizzarlo con la propria fantasia, utilizzando colori, immagini, texture e materiale. Oltre alla personalizzazione, l’applicativo offre una visualizzazione creativa e dettagliata, con le animazioni da impostare sul modello. Inoltre, fornisce l’esportazione del modello nel formato tridimensionale, accompagnato con immagini del modello.</a:t>
            </a:r>
          </a:p>
          <a:p>
            <a:endParaRPr lang="it-CH" dirty="0"/>
          </a:p>
          <a:p>
            <a:r>
              <a:rPr lang="it-CH" dirty="0"/>
              <a:t>Creare una livrea da zero, richiede competenze professionale e molto tempo di lavoro. Con l’aiuto dell’applicativo, qualsiasi utente può progettare e realizzare in modo accessibile e gratuito la propria livrea dei sogni, con pochi click e tanta creatività.</a:t>
            </a:r>
          </a:p>
        </p:txBody>
      </p:sp>
      <p:sp>
        <p:nvSpPr>
          <p:cNvPr id="29" name="Segnaposto testo 28">
            <a:extLst>
              <a:ext uri="{FF2B5EF4-FFF2-40B4-BE49-F238E27FC236}">
                <a16:creationId xmlns:a16="http://schemas.microsoft.com/office/drawing/2014/main" id="{B3B9C722-D9D6-4243-AD46-1C578B00ED13}"/>
              </a:ext>
            </a:extLst>
          </p:cNvPr>
          <p:cNvSpPr>
            <a:spLocks noGrp="1"/>
          </p:cNvSpPr>
          <p:nvPr>
            <p:ph type="body" sz="quarter" idx="17"/>
          </p:nvPr>
        </p:nvSpPr>
        <p:spPr/>
        <p:txBody>
          <a:bodyPr/>
          <a:lstStyle/>
          <a:p>
            <a:r>
              <a:rPr lang="it-CH" b="1" i="1" dirty="0"/>
              <a:t>Attuazione</a:t>
            </a:r>
            <a:endParaRPr lang="it-CH" dirty="0"/>
          </a:p>
          <a:p>
            <a:r>
              <a:rPr lang="it-CH" dirty="0"/>
              <a:t>Per lo sviluppo dell’applicativo web, è stata utilizzata una struttura basata su HTML per la rappresentazione del contenuto, CSS per la definizione dello stile della pagina web e </a:t>
            </a:r>
            <a:r>
              <a:rPr lang="it-CH" dirty="0" err="1"/>
              <a:t>Javascript</a:t>
            </a:r>
            <a:r>
              <a:rPr lang="it-CH" dirty="0"/>
              <a:t> per la programmazione e gestione logica dell’applicativo. Inoltre, l’applicativo integra il framework Babylon.js, per la visualizzazione e gestione del modello tridimensionale.</a:t>
            </a:r>
          </a:p>
          <a:p>
            <a:endParaRPr lang="it-CH" dirty="0"/>
          </a:p>
          <a:p>
            <a:r>
              <a:rPr lang="it-CH" dirty="0"/>
              <a:t>L’applicativo è suddiviso in due pagine web. La prima pagina è dedicata alla selezione del modello da personalizzare. La seconda pagina è riservata per la personalizzazione del modello tridimensionale scelto nella prima pagina, che offre strumenti per modifica colore, immagine, texture e materiale.</a:t>
            </a:r>
            <a:endParaRPr lang="fr-CH" dirty="0"/>
          </a:p>
        </p:txBody>
      </p:sp>
      <p:sp>
        <p:nvSpPr>
          <p:cNvPr id="31" name="Segnaposto testo 30">
            <a:extLst>
              <a:ext uri="{FF2B5EF4-FFF2-40B4-BE49-F238E27FC236}">
                <a16:creationId xmlns:a16="http://schemas.microsoft.com/office/drawing/2014/main" id="{CFD7C6AD-B172-41FA-A75A-470A4F530FA6}"/>
              </a:ext>
            </a:extLst>
          </p:cNvPr>
          <p:cNvSpPr>
            <a:spLocks noGrp="1"/>
          </p:cNvSpPr>
          <p:nvPr>
            <p:ph type="body" sz="quarter" idx="19"/>
          </p:nvPr>
        </p:nvSpPr>
        <p:spPr/>
        <p:txBody>
          <a:bodyPr/>
          <a:lstStyle/>
          <a:p>
            <a:r>
              <a:rPr lang="it-CH" b="1" i="1" dirty="0"/>
              <a:t>Conclusioni</a:t>
            </a:r>
            <a:endParaRPr lang="it-CH" dirty="0"/>
          </a:p>
          <a:p>
            <a:r>
              <a:rPr lang="it-CH" dirty="0"/>
              <a:t>In conclusione, i risultati stabiliti non sono stati raggiunti completamente. L’applicativo dimostra difetti che portano ad essere delle problematiche per l’utente, come il salvataggio del modello nel browser, con la possibilità di perdita del modello personalizzato in caso di chiusura della pagina. </a:t>
            </a:r>
          </a:p>
          <a:p>
            <a:endParaRPr lang="it-CH" dirty="0"/>
          </a:p>
          <a:p>
            <a:r>
              <a:rPr lang="it-CH" dirty="0"/>
              <a:t>Nonostante ciò, sono generalmente soddisfatto del prodotto implementato, anche se non è stato totalmente compiuto. L’applicativo offre funzionalità utili per la personalizzazione, assieme alle visualizzazione creative e l’esportazione del modello.</a:t>
            </a:r>
          </a:p>
          <a:p>
            <a:endParaRPr lang="it-CH" dirty="0"/>
          </a:p>
          <a:p>
            <a:r>
              <a:rPr lang="it-CH" dirty="0"/>
              <a:t>Infine, lo sviluppo del prodotto, mi ha permesso di comprendere nuovi concetti e competenze, approfondendo quelle già compiute, a cui saranno utili personalmente per il futuro.</a:t>
            </a:r>
          </a:p>
        </p:txBody>
      </p:sp>
      <p:sp>
        <p:nvSpPr>
          <p:cNvPr id="32" name="Segnaposto testo 31">
            <a:extLst>
              <a:ext uri="{FF2B5EF4-FFF2-40B4-BE49-F238E27FC236}">
                <a16:creationId xmlns:a16="http://schemas.microsoft.com/office/drawing/2014/main" id="{6B9D3D32-B808-4C52-A24A-BB33F7B5C0CC}"/>
              </a:ext>
            </a:extLst>
          </p:cNvPr>
          <p:cNvSpPr>
            <a:spLocks noGrp="1"/>
          </p:cNvSpPr>
          <p:nvPr>
            <p:ph type="body" sz="quarter" idx="21"/>
          </p:nvPr>
        </p:nvSpPr>
        <p:spPr/>
        <p:txBody>
          <a:bodyPr/>
          <a:lstStyle/>
          <a:p>
            <a:r>
              <a:rPr lang="it-CH" dirty="0"/>
              <a:t>Progetto: primo semestre, </a:t>
            </a:r>
            <a:r>
              <a:rPr lang="fr-CH" noProof="1"/>
              <a:t>3° anno</a:t>
            </a:r>
          </a:p>
          <a:p>
            <a:r>
              <a:rPr lang="fr-CH" noProof="1"/>
              <a:t>Anno: 2025/2026</a:t>
            </a:r>
          </a:p>
          <a:p>
            <a:r>
              <a:rPr lang="fr-CH" noProof="1"/>
              <a:t>Ambito: Sviluppo Web</a:t>
            </a:r>
            <a:endParaRPr lang="it-CH" dirty="0"/>
          </a:p>
        </p:txBody>
      </p:sp>
      <p:sp>
        <p:nvSpPr>
          <p:cNvPr id="33" name="Segnaposto testo 32">
            <a:extLst>
              <a:ext uri="{FF2B5EF4-FFF2-40B4-BE49-F238E27FC236}">
                <a16:creationId xmlns:a16="http://schemas.microsoft.com/office/drawing/2014/main" id="{BDC286C4-5DCF-43E8-B633-13434B855C61}"/>
              </a:ext>
            </a:extLst>
          </p:cNvPr>
          <p:cNvSpPr>
            <a:spLocks noGrp="1"/>
          </p:cNvSpPr>
          <p:nvPr>
            <p:ph type="body" sz="quarter" idx="22"/>
          </p:nvPr>
        </p:nvSpPr>
        <p:spPr/>
        <p:txBody>
          <a:bodyPr/>
          <a:lstStyle/>
          <a:p>
            <a:r>
              <a:rPr lang="it-IT" dirty="0">
                <a:effectLst/>
                <a:latin typeface="Arial" panose="020B0604020202020204" pitchFamily="34" charset="0"/>
                <a:ea typeface="Times New Roman" panose="02020603050405020304" pitchFamily="18" charset="0"/>
                <a:cs typeface="Times New Roman" panose="02020603050405020304" pitchFamily="18" charset="0"/>
              </a:rPr>
              <a:t>Lo scopo principale di questo progetto è quello di implementare un applicativo a livello web, che permetterà agli utenti appassionati del mondo automobilistico, ed eventuali fanatici di modelli tridimensionali, di esprimere la propria creatività nella personalizzazione della vettura dei sogni. Oltre alla personalizzazione, servirà come possibilità didattica per approfondire competenze informatiche web.</a:t>
            </a:r>
            <a:endParaRPr lang="it-CH" dirty="0"/>
          </a:p>
        </p:txBody>
      </p:sp>
      <p:pic>
        <p:nvPicPr>
          <p:cNvPr id="25" name="Picture 2">
            <a:extLst>
              <a:ext uri="{FF2B5EF4-FFF2-40B4-BE49-F238E27FC236}">
                <a16:creationId xmlns:a16="http://schemas.microsoft.com/office/drawing/2014/main" id="{758163F9-C5BA-C981-1F72-7B6FDA03F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9894" y="26103955"/>
            <a:ext cx="3723716" cy="1000855"/>
          </a:xfrm>
          <a:prstGeom prst="rect">
            <a:avLst/>
          </a:prstGeom>
          <a:noFill/>
          <a:extLst>
            <a:ext uri="{909E8E84-426E-40DD-AFC4-6F175D3DCCD1}">
              <a14:hiddenFill xmlns:a14="http://schemas.microsoft.com/office/drawing/2010/main">
                <a:solidFill>
                  <a:srgbClr val="FFFFFF"/>
                </a:solidFill>
              </a14:hiddenFill>
            </a:ext>
          </a:extLst>
        </p:spPr>
      </p:pic>
      <p:pic>
        <p:nvPicPr>
          <p:cNvPr id="28" name="Immagine 27">
            <a:extLst>
              <a:ext uri="{FF2B5EF4-FFF2-40B4-BE49-F238E27FC236}">
                <a16:creationId xmlns:a16="http://schemas.microsoft.com/office/drawing/2014/main" id="{A4E46CBB-A8C9-0D1E-E490-CA36E2CDD2B1}"/>
              </a:ext>
            </a:extLst>
          </p:cNvPr>
          <p:cNvPicPr>
            <a:picLocks noChangeAspect="1"/>
          </p:cNvPicPr>
          <p:nvPr/>
        </p:nvPicPr>
        <p:blipFill rotWithShape="1">
          <a:blip r:embed="rId3"/>
          <a:srcRect l="2024" t="873" r="1172" b="1367"/>
          <a:stretch/>
        </p:blipFill>
        <p:spPr bwMode="auto">
          <a:xfrm>
            <a:off x="10352013" y="19387834"/>
            <a:ext cx="10479912" cy="7653518"/>
          </a:xfrm>
          <a:prstGeom prst="rect">
            <a:avLst/>
          </a:prstGeom>
          <a:ln>
            <a:noFill/>
          </a:ln>
          <a:extLst>
            <a:ext uri="{53640926-AAD7-44D8-BBD7-CCE9431645EC}">
              <a14:shadowObscured xmlns:a14="http://schemas.microsoft.com/office/drawing/2010/main"/>
            </a:ext>
          </a:extLst>
        </p:spPr>
      </p:pic>
      <p:pic>
        <p:nvPicPr>
          <p:cNvPr id="1028" name="Picture 4">
            <a:extLst>
              <a:ext uri="{FF2B5EF4-FFF2-40B4-BE49-F238E27FC236}">
                <a16:creationId xmlns:a16="http://schemas.microsoft.com/office/drawing/2014/main" id="{D5998EA1-7103-1E3D-5F96-1A858EE69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34733" y="16352009"/>
            <a:ext cx="6078423" cy="151983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34" name="CasellaDiTesto 33">
            <a:extLst>
              <a:ext uri="{FF2B5EF4-FFF2-40B4-BE49-F238E27FC236}">
                <a16:creationId xmlns:a16="http://schemas.microsoft.com/office/drawing/2014/main" id="{4C468951-365F-AFDC-3B22-2AD3E45A3D65}"/>
              </a:ext>
            </a:extLst>
          </p:cNvPr>
          <p:cNvSpPr txBox="1"/>
          <p:nvPr/>
        </p:nvSpPr>
        <p:spPr>
          <a:xfrm>
            <a:off x="3041955" y="27337684"/>
            <a:ext cx="4919873" cy="461665"/>
          </a:xfrm>
          <a:prstGeom prst="rect">
            <a:avLst/>
          </a:prstGeom>
          <a:noFill/>
        </p:spPr>
        <p:txBody>
          <a:bodyPr wrap="none" rtlCol="0">
            <a:spAutoFit/>
          </a:bodyPr>
          <a:lstStyle/>
          <a:p>
            <a:r>
              <a:rPr lang="it-CH" sz="2400" b="1" dirty="0"/>
              <a:t>Linguaggi/Librerie/Software utilizzati</a:t>
            </a:r>
          </a:p>
        </p:txBody>
      </p:sp>
      <p:sp>
        <p:nvSpPr>
          <p:cNvPr id="35" name="CasellaDiTesto 34">
            <a:extLst>
              <a:ext uri="{FF2B5EF4-FFF2-40B4-BE49-F238E27FC236}">
                <a16:creationId xmlns:a16="http://schemas.microsoft.com/office/drawing/2014/main" id="{F57947CF-79CB-312C-E725-8D0099567210}"/>
              </a:ext>
            </a:extLst>
          </p:cNvPr>
          <p:cNvSpPr txBox="1"/>
          <p:nvPr/>
        </p:nvSpPr>
        <p:spPr>
          <a:xfrm>
            <a:off x="15779685" y="27337684"/>
            <a:ext cx="1327608" cy="461665"/>
          </a:xfrm>
          <a:prstGeom prst="rect">
            <a:avLst/>
          </a:prstGeom>
          <a:noFill/>
        </p:spPr>
        <p:txBody>
          <a:bodyPr wrap="none" rtlCol="0">
            <a:spAutoFit/>
          </a:bodyPr>
          <a:lstStyle/>
          <a:p>
            <a:r>
              <a:rPr lang="it-CH" sz="2400" b="1" dirty="0"/>
              <a:t>Use Case</a:t>
            </a:r>
          </a:p>
        </p:txBody>
      </p:sp>
      <p:sp>
        <p:nvSpPr>
          <p:cNvPr id="36" name="CasellaDiTesto 35">
            <a:extLst>
              <a:ext uri="{FF2B5EF4-FFF2-40B4-BE49-F238E27FC236}">
                <a16:creationId xmlns:a16="http://schemas.microsoft.com/office/drawing/2014/main" id="{1621C1C2-9532-5B1E-721D-C01F8182DB9C}"/>
              </a:ext>
            </a:extLst>
          </p:cNvPr>
          <p:cNvSpPr txBox="1"/>
          <p:nvPr/>
        </p:nvSpPr>
        <p:spPr>
          <a:xfrm>
            <a:off x="4491498" y="21504306"/>
            <a:ext cx="3555973" cy="461665"/>
          </a:xfrm>
          <a:prstGeom prst="rect">
            <a:avLst/>
          </a:prstGeom>
          <a:noFill/>
        </p:spPr>
        <p:txBody>
          <a:bodyPr wrap="none" rtlCol="0">
            <a:spAutoFit/>
          </a:bodyPr>
          <a:lstStyle/>
          <a:p>
            <a:r>
              <a:rPr lang="it-CH" sz="2400" b="1" dirty="0"/>
              <a:t>Personalizzazione modello</a:t>
            </a:r>
          </a:p>
        </p:txBody>
      </p:sp>
      <p:sp>
        <p:nvSpPr>
          <p:cNvPr id="37" name="CasellaDiTesto 36">
            <a:extLst>
              <a:ext uri="{FF2B5EF4-FFF2-40B4-BE49-F238E27FC236}">
                <a16:creationId xmlns:a16="http://schemas.microsoft.com/office/drawing/2014/main" id="{988A1542-3D11-5A13-1C84-5452DE463689}"/>
              </a:ext>
            </a:extLst>
          </p:cNvPr>
          <p:cNvSpPr txBox="1"/>
          <p:nvPr/>
        </p:nvSpPr>
        <p:spPr>
          <a:xfrm>
            <a:off x="16087749" y="18399004"/>
            <a:ext cx="2172390" cy="461665"/>
          </a:xfrm>
          <a:prstGeom prst="rect">
            <a:avLst/>
          </a:prstGeom>
          <a:noFill/>
        </p:spPr>
        <p:txBody>
          <a:bodyPr wrap="none" rtlCol="0">
            <a:spAutoFit/>
          </a:bodyPr>
          <a:lstStyle/>
          <a:p>
            <a:r>
              <a:rPr lang="it-CH" sz="2400" b="1" dirty="0"/>
              <a:t>Tipo di modello</a:t>
            </a:r>
          </a:p>
        </p:txBody>
      </p:sp>
      <p:pic>
        <p:nvPicPr>
          <p:cNvPr id="38" name="Segnaposto immagine 18" descr="Immagine che contiene Elementi grafici, simbolo, grafica, schermata&#10;&#10;Il contenuto generato dall'IA potrebbe non essere corretto.">
            <a:extLst>
              <a:ext uri="{FF2B5EF4-FFF2-40B4-BE49-F238E27FC236}">
                <a16:creationId xmlns:a16="http://schemas.microsoft.com/office/drawing/2014/main" id="{C745376B-8AD5-490A-9BCE-855AA4A6AB4E}"/>
              </a:ext>
            </a:extLst>
          </p:cNvPr>
          <p:cNvPicPr>
            <a:picLocks noChangeAspect="1"/>
          </p:cNvPicPr>
          <p:nvPr/>
        </p:nvPicPr>
        <p:blipFill>
          <a:blip r:embed="rId5">
            <a:extLst>
              <a:ext uri="{28A0092B-C50C-407E-A947-70E740481C1C}">
                <a14:useLocalDpi xmlns:a14="http://schemas.microsoft.com/office/drawing/2010/main" val="0"/>
              </a:ext>
            </a:extLst>
          </a:blip>
          <a:srcRect t="17065" b="17065"/>
          <a:stretch>
            <a:fillRect/>
          </a:stretch>
        </p:blipFill>
        <p:spPr>
          <a:xfrm>
            <a:off x="2450411" y="22227143"/>
            <a:ext cx="6102963" cy="4020264"/>
          </a:xfrm>
          <a:prstGeom prst="rect">
            <a:avLst/>
          </a:prstGeom>
          <a:noFill/>
        </p:spPr>
      </p:pic>
      <p:pic>
        <p:nvPicPr>
          <p:cNvPr id="39" name="Immagine 38" descr="Immagine che contiene Elementi grafici, Carattere, logo, simbolo&#10;&#10;Il contenuto generato dall'IA potrebbe non essere corretto.">
            <a:extLst>
              <a:ext uri="{FF2B5EF4-FFF2-40B4-BE49-F238E27FC236}">
                <a16:creationId xmlns:a16="http://schemas.microsoft.com/office/drawing/2014/main" id="{4EA8150D-07BD-B1BE-DE09-62458AD86B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1773" y="25778173"/>
            <a:ext cx="4851139" cy="1652420"/>
          </a:xfrm>
          <a:prstGeom prst="rect">
            <a:avLst/>
          </a:prstGeom>
        </p:spPr>
      </p:pic>
      <p:pic>
        <p:nvPicPr>
          <p:cNvPr id="7" name="Immagine 6">
            <a:extLst>
              <a:ext uri="{FF2B5EF4-FFF2-40B4-BE49-F238E27FC236}">
                <a16:creationId xmlns:a16="http://schemas.microsoft.com/office/drawing/2014/main" id="{2952B501-0807-7AE0-F056-30A00401A416}"/>
              </a:ext>
            </a:extLst>
          </p:cNvPr>
          <p:cNvPicPr>
            <a:picLocks noChangeAspect="1"/>
          </p:cNvPicPr>
          <p:nvPr/>
        </p:nvPicPr>
        <p:blipFill>
          <a:blip r:embed="rId7"/>
          <a:stretch>
            <a:fillRect/>
          </a:stretch>
        </p:blipFill>
        <p:spPr>
          <a:xfrm>
            <a:off x="651772" y="15061519"/>
            <a:ext cx="11235427" cy="6291513"/>
          </a:xfrm>
          <a:prstGeom prst="rect">
            <a:avLst/>
          </a:prstGeom>
          <a:ln>
            <a:solidFill>
              <a:schemeClr val="tx1"/>
            </a:solidFill>
          </a:ln>
        </p:spPr>
      </p:pic>
    </p:spTree>
    <p:extLst>
      <p:ext uri="{BB962C8B-B14F-4D97-AF65-F5344CB8AC3E}">
        <p14:creationId xmlns:p14="http://schemas.microsoft.com/office/powerpoint/2010/main" val="1002651951"/>
      </p:ext>
    </p:extLst>
  </p:cSld>
  <p:clrMapOvr>
    <a:masterClrMapping/>
  </p:clrMapOvr>
</p:sld>
</file>

<file path=ppt/theme/theme1.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5904C9FED8C6B49B0DE9581B0557A99" ma:contentTypeVersion="39" ma:contentTypeDescription="Creare un nuovo documento." ma:contentTypeScope="" ma:versionID="298c88c9d9a3134436c5210aa705610e">
  <xsd:schema xmlns:xsd="http://www.w3.org/2001/XMLSchema" xmlns:xs="http://www.w3.org/2001/XMLSchema" xmlns:p="http://schemas.microsoft.com/office/2006/metadata/properties" xmlns:ns3="cde4738b-51c7-4a23-b6eb-258cafd05c2a" xmlns:ns4="671ddf98-2ad2-4aca-a063-82ab42325377" targetNamespace="http://schemas.microsoft.com/office/2006/metadata/properties" ma:root="true" ma:fieldsID="6c64c2731b93dad3439f5fa61b520dca" ns3:_="" ns4:_="">
    <xsd:import namespace="cde4738b-51c7-4a23-b6eb-258cafd05c2a"/>
    <xsd:import namespace="671ddf98-2ad2-4aca-a063-82ab42325377"/>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MediaServiceDateTaken" minOccurs="0"/>
                <xsd:element ref="ns4:MediaServiceOCR" minOccurs="0"/>
                <xsd:element ref="ns4:MediaServiceLocation"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Leaders" minOccurs="0"/>
                <xsd:element ref="ns4:Members" minOccurs="0"/>
                <xsd:element ref="ns4:Member_Groups" minOccurs="0"/>
                <xsd:element ref="ns4:Distribution_Groups" minOccurs="0"/>
                <xsd:element ref="ns4:LMS_Mappings" minOccurs="0"/>
                <xsd:element ref="ns4:Invited_Leaders" minOccurs="0"/>
                <xsd:element ref="ns4:Invited_Members" minOccurs="0"/>
                <xsd:element ref="ns4:Self_Registration_Enabled" minOccurs="0"/>
                <xsd:element ref="ns4:Has_Leaders_Only_SectionGroup" minOccurs="0"/>
                <xsd:element ref="ns4:Is_Collaboration_Space_Locked" minOccurs="0"/>
                <xsd:element ref="ns4:IsNotebookLocked" minOccurs="0"/>
                <xsd:element ref="ns4:Teams_Channel_Section_Location"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e4738b-51c7-4a23-b6eb-258cafd05c2a" elementFormDefault="qualified">
    <xsd:import namespace="http://schemas.microsoft.com/office/2006/documentManagement/types"/>
    <xsd:import namespace="http://schemas.microsoft.com/office/infopath/2007/PartnerControls"/>
    <xsd:element name="SharedWithUsers" ma:index="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internalName="SharedWithDetails" ma:readOnly="true">
      <xsd:simpleType>
        <xsd:restriction base="dms:Note">
          <xsd:maxLength value="255"/>
        </xsd:restriction>
      </xsd:simpleType>
    </xsd:element>
    <xsd:element name="SharingHintHash" ma:index="10" nillable="true" ma:displayName="Hash suggerimento condivisione"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1ddf98-2ad2-4aca-a063-82ab4232537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DateTaken" ma:index="19" nillable="true" ma:displayName="MediaServiceDateTaken" ma:hidden="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NotebookType" ma:index="22" nillable="true" ma:displayName="Notebook Type" ma:internalName="NotebookType">
      <xsd:simpleType>
        <xsd:restriction base="dms:Text"/>
      </xsd:simpleType>
    </xsd:element>
    <xsd:element name="FolderType" ma:index="23" nillable="true" ma:displayName="Folder Type" ma:internalName="FolderType">
      <xsd:simpleType>
        <xsd:restriction base="dms:Text"/>
      </xsd:simpleType>
    </xsd:element>
    <xsd:element name="CultureName" ma:index="24" nillable="true" ma:displayName="Culture Name" ma:internalName="CultureName">
      <xsd:simpleType>
        <xsd:restriction base="dms:Text"/>
      </xsd:simpleType>
    </xsd:element>
    <xsd:element name="AppVersion" ma:index="25" nillable="true" ma:displayName="App Version" ma:internalName="AppVersion">
      <xsd:simpleType>
        <xsd:restriction base="dms:Text"/>
      </xsd:simpleType>
    </xsd:element>
    <xsd:element name="TeamsChannelId" ma:index="26" nillable="true" ma:displayName="Teams Channel Id" ma:internalName="TeamsChannelId">
      <xsd:simpleType>
        <xsd:restriction base="dms:Text"/>
      </xsd:simpleType>
    </xsd:element>
    <xsd:element name="Owner" ma:index="27"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8" nillable="true" ma:displayName="Math Settings" ma:internalName="Math_Settings">
      <xsd:simpleType>
        <xsd:restriction base="dms:Text"/>
      </xsd:simpleType>
    </xsd:element>
    <xsd:element name="DefaultSectionNames" ma:index="29" nillable="true" ma:displayName="Default Section Names" ma:internalName="DefaultSectionNames">
      <xsd:simpleType>
        <xsd:restriction base="dms:Note">
          <xsd:maxLength value="255"/>
        </xsd:restriction>
      </xsd:simpleType>
    </xsd:element>
    <xsd:element name="Templates" ma:index="30" nillable="true" ma:displayName="Templates" ma:internalName="Templates">
      <xsd:simpleType>
        <xsd:restriction base="dms:Note">
          <xsd:maxLength value="255"/>
        </xsd:restriction>
      </xsd:simpleType>
    </xsd:element>
    <xsd:element name="Leaders" ma:index="31"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32"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33"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4" nillable="true" ma:displayName="Distribution Groups" ma:internalName="Distribution_Groups">
      <xsd:simpleType>
        <xsd:restriction base="dms:Note">
          <xsd:maxLength value="255"/>
        </xsd:restriction>
      </xsd:simpleType>
    </xsd:element>
    <xsd:element name="LMS_Mappings" ma:index="35" nillable="true" ma:displayName="LMS Mappings" ma:internalName="LMS_Mappings">
      <xsd:simpleType>
        <xsd:restriction base="dms:Note">
          <xsd:maxLength value="255"/>
        </xsd:restriction>
      </xsd:simpleType>
    </xsd:element>
    <xsd:element name="Invited_Leaders" ma:index="36" nillable="true" ma:displayName="Invited Leaders" ma:internalName="Invited_Leaders">
      <xsd:simpleType>
        <xsd:restriction base="dms:Note">
          <xsd:maxLength value="255"/>
        </xsd:restriction>
      </xsd:simpleType>
    </xsd:element>
    <xsd:element name="Invited_Members" ma:index="37" nillable="true" ma:displayName="Invited Members" ma:internalName="Invited_Members">
      <xsd:simpleType>
        <xsd:restriction base="dms:Note">
          <xsd:maxLength value="255"/>
        </xsd:restriction>
      </xsd:simpleType>
    </xsd:element>
    <xsd:element name="Self_Registration_Enabled" ma:index="38" nillable="true" ma:displayName="Self Registration Enabled" ma:internalName="Self_Registration_Enabled">
      <xsd:simpleType>
        <xsd:restriction base="dms:Boolean"/>
      </xsd:simpleType>
    </xsd:element>
    <xsd:element name="Has_Leaders_Only_SectionGroup" ma:index="39" nillable="true" ma:displayName="Has Leaders Only SectionGroup" ma:internalName="Has_Leaders_Only_SectionGroup">
      <xsd:simpleType>
        <xsd:restriction base="dms:Boolean"/>
      </xsd:simpleType>
    </xsd:element>
    <xsd:element name="Is_Collaboration_Space_Locked" ma:index="40" nillable="true" ma:displayName="Is Collaboration Space Locked" ma:internalName="Is_Collaboration_Space_Locked">
      <xsd:simpleType>
        <xsd:restriction base="dms:Boolean"/>
      </xsd:simpleType>
    </xsd:element>
    <xsd:element name="IsNotebookLocked" ma:index="41" nillable="true" ma:displayName="Is Notebook Locked" ma:internalName="IsNotebookLocked">
      <xsd:simpleType>
        <xsd:restriction base="dms:Boolean"/>
      </xsd:simpleType>
    </xsd:element>
    <xsd:element name="Teams_Channel_Section_Location" ma:index="42" nillable="true" ma:displayName="Teams Channel Section Location" ma:internalName="Teams_Channel_Section_Location">
      <xsd:simpleType>
        <xsd:restriction base="dms:Text"/>
      </xsd:simpleType>
    </xsd:element>
    <xsd:element name="_activity" ma:index="43" nillable="true" ma:displayName="_activity" ma:hidden="true" ma:internalName="_activity">
      <xsd:simpleType>
        <xsd:restriction base="dms:Note"/>
      </xsd:simpleType>
    </xsd:element>
    <xsd:element name="MediaServiceObjectDetectorVersions" ma:index="44" nillable="true" ma:displayName="MediaServiceObjectDetectorVersions" ma:hidden="true" ma:indexed="true" ma:internalName="MediaServiceObjectDetectorVersions" ma:readOnly="true">
      <xsd:simpleType>
        <xsd:restriction base="dms:Text"/>
      </xsd:simpleType>
    </xsd:element>
    <xsd:element name="MediaServiceSystemTags" ma:index="45" nillable="true" ma:displayName="MediaServiceSystemTags" ma:hidden="true" ma:internalName="MediaServiceSystemTags" ma:readOnly="true">
      <xsd:simpleType>
        <xsd:restriction base="dms:Note"/>
      </xsd:simpleType>
    </xsd:element>
    <xsd:element name="MediaServiceSearchProperties" ma:index="4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pVersion xmlns="671ddf98-2ad2-4aca-a063-82ab42325377" xsi:nil="true"/>
    <DefaultSectionNames xmlns="671ddf98-2ad2-4aca-a063-82ab42325377" xsi:nil="true"/>
    <Is_Collaboration_Space_Locked xmlns="671ddf98-2ad2-4aca-a063-82ab42325377" xsi:nil="true"/>
    <Teams_Channel_Section_Location xmlns="671ddf98-2ad2-4aca-a063-82ab42325377" xsi:nil="true"/>
    <Math_Settings xmlns="671ddf98-2ad2-4aca-a063-82ab42325377" xsi:nil="true"/>
    <Templates xmlns="671ddf98-2ad2-4aca-a063-82ab42325377" xsi:nil="true"/>
    <Invited_Members xmlns="671ddf98-2ad2-4aca-a063-82ab42325377" xsi:nil="true"/>
    <Member_Groups xmlns="671ddf98-2ad2-4aca-a063-82ab42325377">
      <UserInfo>
        <DisplayName/>
        <AccountId xsi:nil="true"/>
        <AccountType/>
      </UserInfo>
    </Member_Groups>
    <Has_Leaders_Only_SectionGroup xmlns="671ddf98-2ad2-4aca-a063-82ab42325377" xsi:nil="true"/>
    <Owner xmlns="671ddf98-2ad2-4aca-a063-82ab42325377">
      <UserInfo>
        <DisplayName/>
        <AccountId xsi:nil="true"/>
        <AccountType/>
      </UserInfo>
    </Owner>
    <LMS_Mappings xmlns="671ddf98-2ad2-4aca-a063-82ab42325377" xsi:nil="true"/>
    <Invited_Leaders xmlns="671ddf98-2ad2-4aca-a063-82ab42325377" xsi:nil="true"/>
    <NotebookType xmlns="671ddf98-2ad2-4aca-a063-82ab42325377" xsi:nil="true"/>
    <CultureName xmlns="671ddf98-2ad2-4aca-a063-82ab42325377" xsi:nil="true"/>
    <Leaders xmlns="671ddf98-2ad2-4aca-a063-82ab42325377">
      <UserInfo>
        <DisplayName/>
        <AccountId xsi:nil="true"/>
        <AccountType/>
      </UserInfo>
    </Leaders>
    <_activity xmlns="671ddf98-2ad2-4aca-a063-82ab42325377" xsi:nil="true"/>
    <FolderType xmlns="671ddf98-2ad2-4aca-a063-82ab42325377" xsi:nil="true"/>
    <Distribution_Groups xmlns="671ddf98-2ad2-4aca-a063-82ab42325377" xsi:nil="true"/>
    <TeamsChannelId xmlns="671ddf98-2ad2-4aca-a063-82ab42325377" xsi:nil="true"/>
    <IsNotebookLocked xmlns="671ddf98-2ad2-4aca-a063-82ab42325377" xsi:nil="true"/>
    <Members xmlns="671ddf98-2ad2-4aca-a063-82ab42325377">
      <UserInfo>
        <DisplayName/>
        <AccountId xsi:nil="true"/>
        <AccountType/>
      </UserInfo>
    </Members>
    <Self_Registration_Enabled xmlns="671ddf98-2ad2-4aca-a063-82ab42325377" xsi:nil="true"/>
  </documentManagement>
</p:properties>
</file>

<file path=customXml/itemProps1.xml><?xml version="1.0" encoding="utf-8"?>
<ds:datastoreItem xmlns:ds="http://schemas.openxmlformats.org/officeDocument/2006/customXml" ds:itemID="{6618634E-330F-480D-BC0E-CF51778B0F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e4738b-51c7-4a23-b6eb-258cafd05c2a"/>
    <ds:schemaRef ds:uri="671ddf98-2ad2-4aca-a063-82ab423253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61E91E-C9E1-4DBF-9110-F13E3CB391C9}">
  <ds:schemaRefs>
    <ds:schemaRef ds:uri="http://schemas.microsoft.com/sharepoint/v3/contenttype/forms"/>
  </ds:schemaRefs>
</ds:datastoreItem>
</file>

<file path=customXml/itemProps3.xml><?xml version="1.0" encoding="utf-8"?>
<ds:datastoreItem xmlns:ds="http://schemas.openxmlformats.org/officeDocument/2006/customXml" ds:itemID="{28554AF4-BED8-4A47-B71D-99349371DDC5}">
  <ds:schemaRefs>
    <ds:schemaRef ds:uri="http://www.w3.org/XML/1998/namespace"/>
    <ds:schemaRef ds:uri="http://schemas.openxmlformats.org/package/2006/metadata/core-properties"/>
    <ds:schemaRef ds:uri="http://schemas.microsoft.com/office/2006/documentManagement/types"/>
    <ds:schemaRef ds:uri="http://purl.org/dc/elements/1.1/"/>
    <ds:schemaRef ds:uri="cde4738b-51c7-4a23-b6eb-258cafd05c2a"/>
    <ds:schemaRef ds:uri="http://purl.org/dc/terms/"/>
    <ds:schemaRef ds:uri="http://purl.org/dc/dcmitype/"/>
    <ds:schemaRef ds:uri="http://schemas.microsoft.com/office/infopath/2007/PartnerControls"/>
    <ds:schemaRef ds:uri="671ddf98-2ad2-4aca-a063-82ab4232537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1697</TotalTime>
  <Words>473</Words>
  <Application>Microsoft Office PowerPoint</Application>
  <PresentationFormat>Personalizzato</PresentationFormat>
  <Paragraphs>27</Paragraphs>
  <Slides>1</Slides>
  <Notes>0</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1</vt:i4>
      </vt:variant>
    </vt:vector>
  </HeadingPairs>
  <TitlesOfParts>
    <vt:vector size="3" baseType="lpstr">
      <vt:lpstr>Arial</vt:lpstr>
      <vt:lpstr>Personalizza struttura</vt:lpstr>
      <vt:lpstr>F1 Livery Style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Alessandro Castelli</dc:creator>
  <cp:lastModifiedBy>kxw808@cpt.local</cp:lastModifiedBy>
  <cp:revision>57</cp:revision>
  <cp:lastPrinted>2024-04-12T12:28:25Z</cp:lastPrinted>
  <dcterms:created xsi:type="dcterms:W3CDTF">2024-04-09T12:49:51Z</dcterms:created>
  <dcterms:modified xsi:type="dcterms:W3CDTF">2026-01-09T13:21:33Z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0x010100A5904C9FED8C6B49B0DE9581B0557A99</vt:lpwstr>
  </property>
</Properties>
</file>